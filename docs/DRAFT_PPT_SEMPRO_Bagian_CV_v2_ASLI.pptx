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Bed 2x1,1 m dibagi 24 zona. Kamera memotret, sistem memberi peta kesiapan panen + kesehatan daun ke dashboard dan ke kontroler fuzzy teman saya. Hari ini saya bahas bagian Computer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Saya hitung PSI, teman memakai untuk keputusan pompa dengan pengaman ACC manusia.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1,5 mnt: Bed tidak seragam sehingga butuh peta 24 zona, bukan satu angka. Cahaya berubah adalah musuh utama.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Sempro = bukti pipeline jalan. Sidang akhir = bukti angka akurasi + uji lapangan 24 jam.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Tekankan Canny + Woebbecke dan alasan non-DL: data kecil + hardware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Saya pemilik kotak 1,2,4. Teman kotak 5. Kotak 3 kontrak bersama.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1,5 mnt: Modul sama di laptop dan Pi sehingga konsisten (selisih 0,005 pp setelah perbaikan gate).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Warp membuat zona sama besar sehingga coverage adil.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1,5 mnt: Intuisi: ruangan gelap maka ambang ikut turun. Hafalkan 53% dan 38%.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1,5 mnt: Tabel PSI di kanan dari 5 foto lapangan asli (semuanya sehat, PSI 0-0,1). Rumus PSI siap dipakai saat ada gejala. Data sakit asli menyusul via 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1,5 mnt: Yang SUDAH jalan vs BELUM (burn-in menunggu kasing). Kejujuran = nilai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1,5 mnt: DEMO INTI dari file asli. Putar 30 detik IMG_5159_beranotasi.mp4 + tunjuk timeseries 763 frame. Sebut 18 video + 5 foto asli.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Semua bukti di slide ini dari foto lapangan asli. Uji injeksi/sintetis hanya verifikasi fungsi dan dipindah ke appendix agar tidak dikira data lapangan.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Sep GT, Okt lapangan, Nov laporan. Jawab 'kapan selesai' sebelum ditanya.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45 dtk: Target akhir November. Slide ini tinggal dicentang di sidang 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NASKAH 1 mnt: Kesimpulan 20 dtk + 4 arahan. Serahkan ke teman. Siap Q&amp;A: akurasi, DL, output, kapan selesai.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SIDANG SEMINAR PROPOSAL (SEMPRO) • CAPSTONE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Sistem Computer Vision Deteksi Kesiapan Panen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Kangkung Aquaponik — Bed 2 m x 1,1 m, Grid 4x6 | Bagian: Computer Vision (Panen + Kesehatan + PSI + Pi + 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Judul lengkap</a:t>
            </a:r>
            <a:r>
              <a:rPr sz="1500" b="0">
                <a:solidFill>
                  <a:srgbClr val="424242"/>
                </a:solidFill>
              </a:rPr>
              <a:t> — Segmentasi HSV Adaptif + Indeks Stres PSI untuk bed aquaponik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Tim 2 orang</a:t>
            </a:r>
            <a:r>
              <a:rPr sz="1500" b="0">
                <a:solidFill>
                  <a:srgbClr val="424242"/>
                </a:solidFill>
              </a:rPr>
              <a:t> — Nama 1 (CV, saya) + Nama 2 (Fuzzy/IoT pompa &amp; ESP32)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Reusable</a:t>
            </a:r>
            <a:r>
              <a:rPr sz="1500" b="0">
                <a:solidFill>
                  <a:srgbClr val="424242"/>
                </a:solidFill>
              </a:rPr>
              <a:t> — Satu file dipakai Sempro &gt; Kemajuan &gt; Kelulusan (slide TODO jadi HASIL)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Demo hidup</a:t>
            </a:r>
            <a:r>
              <a:rPr sz="1500" b="0">
                <a:solidFill>
                  <a:srgbClr val="424242"/>
                </a:solidFill>
              </a:rPr>
              <a:t> — Video beranotasi + dashboard web + (opsional) live Pi via Tailscale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54480"/>
            <a:ext cx="50292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Pesan 30 detik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Bed difoto &gt; grid 4x6 berwarna &gt; tiap zona tahu: belum/hampir/siap/harus panen + sehat/sakit.</a:t>
            </a:r>
          </a:p>
        </p:txBody>
      </p:sp>
      <p:pic>
        <p:nvPicPr>
          <p:cNvPr id="6" name="Picture 5" descr="bed_04_rea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0"/>
            <a:ext cx="50292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BAGIAN SAYA vs TEMAN • SLIDE WAJIB SEMPRO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Pembagian Tugas Tim (2 Orang)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Penguji harus tahu persis mana kontribusi kamu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2/16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BAGIAN SAYA — CV + Deploy (hari ini)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Pipeline CV, HSV adaptif + EMA, kuning/coklat, PSI 0-100, payload Firebase v1.1, paket RasPi + CSI, dashboard read-only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394960" cy="22860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BAGIAN TEMAN — Fuzzy + IoT (teman)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Rule base fuzzy, ESP32 + pompa, keputusan_fuzzy, ACC manager + audit, validasi agronomi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Kontrak antar-tim</a:t>
            </a:r>
            <a:r>
              <a:rPr sz="1500" b="0">
                <a:solidFill>
                  <a:srgbClr val="424242"/>
                </a:solidFill>
              </a:rPr>
              <a:t> — fuzzy_input {psi, psi_maks, zona_sakit, psi_versi}: saya produsen, teman konsumen.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Aturan aman</a:t>
            </a:r>
            <a:r>
              <a:rPr sz="1500" b="0">
                <a:solidFill>
                  <a:srgbClr val="424242"/>
                </a:solidFill>
              </a:rPr>
              <a:t> — Stale &gt;30 mnt ditolak, null = tahan tindakan, ACC manusia wajib, anti-spam 60 mnt.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LATAR BELAKANG • KENAPA PENTING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Petani Sulit Menilai 24 Zona Bed Konsisten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Terlalu dini = rugi biomassa, terlambat = mutu turun, kuning/coklat telat sadar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3/16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Fakta lapangan</a:t>
            </a:r>
            <a:r>
              <a:rPr sz="1500" b="0">
                <a:solidFill>
                  <a:srgbClr val="424242"/>
                </a:solidFill>
              </a:rPr>
              <a:t> — Bed tidak seragam: tepi vs tengah beda. Penilaian mata subjektif dan melelahkan.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Cahaya berubah</a:t>
            </a:r>
            <a:r>
              <a:rPr sz="1500" b="0">
                <a:solidFill>
                  <a:srgbClr val="424242"/>
                </a:solidFill>
              </a:rPr>
              <a:t> — Pagi/siang/sore + bayangan membuat HSV statis gagal (coverage lompat).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Rumusan masalah</a:t>
            </a:r>
            <a:r>
              <a:rPr sz="1500" b="0">
                <a:solidFill>
                  <a:srgbClr val="424242"/>
                </a:solidFill>
              </a:rPr>
              <a:t> — 1) Panen per zona otomatis? 2) Stabil cahaya? 3) Kuning/coklat + skor stres utk fuzzy?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Batasan</a:t>
            </a:r>
            <a:r>
              <a:rPr sz="1500" b="0">
                <a:solidFill>
                  <a:srgbClr val="424242"/>
                </a:solidFill>
              </a:rPr>
              <a:t> — Kangkung aquaponik 1 bed, kamera top-down, tanpa deep learning, jalan di Pi CPU.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54480"/>
            <a:ext cx="50292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Research gap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Sedikit yang gabung: grid panen per zona + adaptasi cahaya + skor siap-fuzzy + deploy Pi outdoor.</a:t>
            </a:r>
          </a:p>
        </p:txBody>
      </p:sp>
      <p:pic>
        <p:nvPicPr>
          <p:cNvPr id="6" name="Picture 5" descr="04_tren_5foto_as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017520"/>
            <a:ext cx="50292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TUJUAN &amp; LUARAN • YANG DINILAI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Tujuan Umum &gt; Khusus &gt; Luaran Terukur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Setiap tujuan punya bukti file, tanpa klaim kosong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4/16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Tujuan umum</a:t>
            </a:r>
            <a:r>
              <a:rPr sz="1500" b="0">
                <a:solidFill>
                  <a:srgbClr val="424242"/>
                </a:solidFill>
              </a:rPr>
              <a:t> — Prototipe sensor tanaman otomatis: peta panen + kesehatan per zona.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Tujuan khusus CV</a:t>
            </a:r>
            <a:r>
              <a:rPr sz="1500" b="0">
                <a:solidFill>
                  <a:srgbClr val="424242"/>
                </a:solidFill>
              </a:rPr>
              <a:t> — T1 grid otomatis, T2 HSV adaptif stabil cahaya, T3 kuning/coklat + PSI, T4 Pi + dashboard live.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Luaran</a:t>
            </a:r>
            <a:r>
              <a:rPr sz="1500" b="0">
                <a:solidFill>
                  <a:srgbClr val="424242"/>
                </a:solidFill>
              </a:rPr>
              <a:t> — MP4 beranotasi + CSV + JSON + payload Firebase + dashboard + box kamera 3D-print.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Lulus prototipe</a:t>
            </a:r>
            <a:r>
              <a:rPr sz="1500" b="0">
                <a:solidFill>
                  <a:srgbClr val="424242"/>
                </a:solidFill>
              </a:rPr>
              <a:t> — Burn-in 24 jam: &gt;=140/144 siklus OK, suhu &lt;70C, snapshot terbaca, antrean terkirim.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54480"/>
            <a:ext cx="50292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Manfaat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Petani: panen selektif. Tim fuzzy: input PSI siap pakai. Akademik: baseline ringan non-DL.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108960"/>
            <a:ext cx="50292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Sempro vs akhir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Sempro: pipeline jalan. Akhir: tambah F1/IoU vs GT + banding HSV/ExG/Otsu + validasi ambang.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DASAR TEORI SINGKAT • HANYA YANG DIPAKAI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5 Konsep Penopang Metode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Sitasi dari 53 paper terverifikasi OpenAlex di files paper/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5/16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14884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1. Canny 1986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Deteksi tepi bed &gt; quad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554480"/>
            <a:ext cx="214884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2. Homografi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Warp miring &gt; tegak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214884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3. HSV Woebbecke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Hijau vs kuning/coklat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59" y="1554480"/>
            <a:ext cx="214884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4. EMA a=0,2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Stabil temporal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554480"/>
            <a:ext cx="214884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5. Cover&lt;&gt;yield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Ambang 25/55/80%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Kenapa bukan deep learning?</a:t>
            </a:r>
            <a:r>
              <a:rPr sz="1500" b="0">
                <a:solidFill>
                  <a:srgbClr val="424242"/>
                </a:solidFill>
              </a:rPr>
              <a:t> — Data anotasi kecil (7 foto+video), target RPi tanpa GPU, HSV ~20-25 ms/frame. DL = future work.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Ambang status</a:t>
            </a:r>
            <a:r>
              <a:rPr sz="1500" b="0">
                <a:solidFill>
                  <a:srgbClr val="424242"/>
                </a:solidFill>
              </a:rPr>
              <a:t> — belum &lt;25%, hampir 25-55%, siap 55-80%, harus &gt;80% (perlu validasi ahli).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Ambang kesehatan</a:t>
            </a:r>
            <a:r>
              <a:rPr sz="1500" b="0">
                <a:solidFill>
                  <a:srgbClr val="424242"/>
                </a:solidFill>
              </a:rPr>
              <a:t> — kuning sakit &gt;=25%, coklat sakit &gt;=8% (nekrosis lebih serius), dinormalkan jadi PSI.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ARSITEKTUR SISTEM • POSISI BAGIAN SAYA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Kamera &gt; Pi (CV) &gt; Firebase &gt; Dashboard + Fuzzy &gt; Pompa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Hijau = saya, biru = dashboard, kuning = teman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6/16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38328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1. AKUISISI (saya)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Kamera CSI IR 5MP ov5647 / HP, top-down, warmup AE/AWB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554480"/>
            <a:ext cx="338328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2. CV di RASPI (saya)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Deteksi bed &gt; warp &gt; grid 4x6 &gt; coverage + kuning/coklat + PSI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54480"/>
            <a:ext cx="356616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3. FIREBASE (bersama)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bed_readings v1.1 tiap 10 mnt, 2-3 KB/dok, snapshot JPEG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486400" cy="1463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4. DASHBOARD (saya)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Heatmap 4x6, grafik 24 jam, distribusi, kartu PSI. Read-only multi-user.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291840"/>
            <a:ext cx="5394960" cy="146304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5. FUZZY + POMPA (teman)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Baca PSI &gt; keputusan_fuzzy &gt; ACC manusia &gt; ESP32 pompa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Kontrak aman</a:t>
            </a:r>
            <a:r>
              <a:rPr sz="1500" b="0">
                <a:solidFill>
                  <a:srgbClr val="424242"/>
                </a:solidFill>
              </a:rPr>
              <a:t> — Tidak ada aktuasi otomatis. Status wajib menunggu_acc saat ditulis.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PIPELINE CV • INTI BAGIAN SAYA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6 Tahap: Bed &gt; Warp &gt; Grid &gt; Adaptif &gt; Skor &gt; Output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Modul identik di laptop &amp; Pi (raspi/modules/)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7/16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1-2. Deteksi + warp</a:t>
            </a:r>
            <a:r>
              <a:rPr sz="1500" b="0">
                <a:solidFill>
                  <a:srgbClr val="424242"/>
                </a:solidFill>
              </a:rPr>
              <a:t> — Canny &gt; quad &gt; homografi (fallback HSV-mask bila gagal).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3. Grid 4x6</a:t>
            </a:r>
            <a:r>
              <a:rPr sz="1500" b="0">
                <a:solidFill>
                  <a:srgbClr val="424242"/>
                </a:solidFill>
              </a:rPr>
              <a:t> — 24 zona R1C1-R4C6 dianalisis terpisah.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4. Segmentasi adaptif</a:t>
            </a:r>
            <a:r>
              <a:rPr sz="1500" b="0">
                <a:solidFill>
                  <a:srgbClr val="424242"/>
                </a:solidFill>
              </a:rPr>
              <a:t> — f = mean(V)/128 geser S/V; Hue tetap. + EMA a=0,2.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5. Skor per zona</a:t>
            </a:r>
            <a:r>
              <a:rPr sz="1500" b="0">
                <a:solidFill>
                  <a:srgbClr val="424242"/>
                </a:solidFill>
              </a:rPr>
              <a:t> — coverage + %kuning (H21-34) + %coklat (H8-20 + adjacency 21x21) + status + PSI.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6. Output</a:t>
            </a:r>
            <a:r>
              <a:rPr sz="1500" b="0">
                <a:solidFill>
                  <a:srgbClr val="424242"/>
                </a:solidFill>
              </a:rPr>
              <a:t> — MP4 beranotasi + CSV + JSON + payload Firebase 2-3 KB.</a:t>
            </a:r>
          </a:p>
        </p:txBody>
      </p:sp>
      <p:pic>
        <p:nvPicPr>
          <p:cNvPr id="5" name="Picture 4" descr="01_asli_vs_anota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577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METODE 1 • DETEKSI BED OTOMATIS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Canny &gt; Quad &gt; Homografi &gt; Grid 4x6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File: files/adaptive_bed.py, Notebook S4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8/16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Input</a:t>
            </a:r>
            <a:r>
              <a:rPr sz="1500" b="0">
                <a:solidFill>
                  <a:srgbClr val="424242"/>
                </a:solidFill>
              </a:rPr>
              <a:t> — Frame miring: bed trapesium + pipa &amp; styrofoam.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Langkah</a:t>
            </a:r>
            <a:r>
              <a:rPr sz="1500" b="0">
                <a:solidFill>
                  <a:srgbClr val="424242"/>
                </a:solidFill>
              </a:rPr>
              <a:t> — Blur &gt; Canny &gt; kontur terbesar &gt; approx 4 titik &gt; warp ke 800x440.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Fallback</a:t>
            </a:r>
            <a:r>
              <a:rPr sz="1500" b="0">
                <a:solidFill>
                  <a:srgbClr val="424242"/>
                </a:solidFill>
              </a:rPr>
              <a:t> — Bila quad gagal: HSV-mask + MORPH_CLOSE 25x25.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Output</a:t>
            </a:r>
            <a:r>
              <a:rPr sz="1500" b="0">
                <a:solidFill>
                  <a:srgbClr val="424242"/>
                </a:solidFill>
              </a:rPr>
              <a:t> — Bed tegak + grid berwarna + HUD. Label BED LOST bila gagal.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Bukti</a:t>
            </a:r>
            <a:r>
              <a:rPr sz="1500" b="0">
                <a:solidFill>
                  <a:srgbClr val="424242"/>
                </a:solidFill>
              </a:rPr>
              <a:t> — 18 video ter-warp otomatis; preview_grid_dalam_box.png utk setting kamera.</a:t>
            </a:r>
          </a:p>
        </p:txBody>
      </p:sp>
      <p:pic>
        <p:nvPicPr>
          <p:cNvPr id="5" name="Picture 4" descr="bed_04_rea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2560320" cy="2194560"/>
          </a:xfrm>
          <a:prstGeom prst="rect">
            <a:avLst/>
          </a:prstGeom>
        </p:spPr>
      </p:pic>
      <p:pic>
        <p:nvPicPr>
          <p:cNvPr id="6" name="Picture 5" descr="02_foto_vs_segmentas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554480"/>
            <a:ext cx="2651760" cy="2194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402336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Tips kamera (sidang prototipe)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Bed &gt;=12% frame, hindari pantulan (v_hi&lt;=110), pipa jangan tutupi bed.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METODE 2 • HSV ADAPTIF + EMA (NOVELTY)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f = mean(V)/128 — Stabil Lintas Cahaya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Hasil: jitter 19,93&gt;9,32 px (-53%), stabilitas +38% (puncak 65%)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9/16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Masalah</a:t>
            </a:r>
            <a:r>
              <a:rPr sz="1500" b="0">
                <a:solidFill>
                  <a:srgbClr val="424242"/>
                </a:solidFill>
              </a:rPr>
              <a:t> — HSV statis lompat pagi vs siang walau tanaman sama (V berubah).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Solusi</a:t>
            </a:r>
            <a:r>
              <a:rPr sz="1500" b="0">
                <a:solidFill>
                  <a:srgbClr val="424242"/>
                </a:solidFill>
              </a:rPr>
              <a:t> — f geser ambang S/V tiap frame; Hue TIDAK digeser. + multi-threshold + EMA a=0,2.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Angka terukur</a:t>
            </a:r>
            <a:r>
              <a:rPr sz="1500" b="0">
                <a:solidFill>
                  <a:srgbClr val="424242"/>
                </a:solidFill>
              </a:rPr>
              <a:t> — Jitter -53%, stabilitas +38%, CPU ~20-25 ms/frame (layak Pi).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Regresi lolos</a:t>
            </a:r>
            <a:r>
              <a:rPr sz="1500" b="0">
                <a:solidFill>
                  <a:srgbClr val="424242"/>
                </a:solidFill>
              </a:rPr>
              <a:t> — Gate coklat pakai mask bersih: selisih jalur 9 pp &gt; 0,005 pp.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Demo</a:t>
            </a:r>
            <a:r>
              <a:rPr sz="1500" b="0">
                <a:solidFill>
                  <a:srgbClr val="424242"/>
                </a:solidFill>
              </a:rPr>
              <a:t> — Notebook S5: statis vs adaptif 3 cahaya + grafik jitter 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54480"/>
            <a:ext cx="50292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Rumus inti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f = mean(V)/128, S'=S*f, V'=V*f (H tetap)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200400"/>
            <a:ext cx="50292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Kenapa penguji suka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Masalah &gt; solusi &gt; angka &gt; bukti file. Ini novelty utama.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846320"/>
            <a:ext cx="50292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Next (sidang akhir)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Banding vs ExG vs Otsu-Hue (menunggu GT).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KESEHATAN + PSI • JEMBATAN KE FUZZY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Kuning (H21-34) &amp; Coklat (H8-20 + adjacency) &gt; PSI 0-100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Kanopi &lt;30% = n/a anti false-alarm. File: hitung_psi(), fuzzy_export.py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10/16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Definisi</a:t>
            </a:r>
            <a:r>
              <a:rPr sz="1500" b="0">
                <a:solidFill>
                  <a:srgbClr val="424242"/>
                </a:solidFill>
              </a:rPr>
              <a:t> — % thd piksel TANAMAN (bukan luas zona).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Ambang</a:t>
            </a:r>
            <a:r>
              <a:rPr sz="1500" b="0">
                <a:solidFill>
                  <a:srgbClr val="424242"/>
                </a:solidFill>
              </a:rPr>
              <a:t> — kuning sakit &gt;=25%, coklat sakit &gt;=8% (nekrosis lebih serius).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PSI = 100*min(1, 0.4*min(K/25,1)+0.6*min(C/8,1))</a:t>
            </a:r>
            <a:r>
              <a:rPr sz="1500" b="0">
                <a:solidFill>
                  <a:srgbClr val="424242"/>
                </a:solidFill>
              </a:rPr>
              <a:t> — 0 sehat, 100 setara ambang sakit. 40=klorosis, 60=nekrosis.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Dikirim</a:t>
            </a:r>
            <a:r>
              <a:rPr sz="1500" b="0">
                <a:solidFill>
                  <a:srgbClr val="424242"/>
                </a:solidFill>
              </a:rPr>
              <a:t> — psi rata-rata + psi_maks zona terburuk + psi_versi 1.0 + zona_sakit.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Kenapa psi_maks?</a:t>
            </a:r>
            <a:r>
              <a:rPr sz="1500" b="0">
                <a:solidFill>
                  <a:srgbClr val="424242"/>
                </a:solidFill>
              </a:rPr>
              <a:t> — 1 zona mati = 1/24 rata-rata, bahaya lokal hilang tanpa field ini.</a:t>
            </a:r>
          </a:p>
        </p:txBody>
      </p:sp>
      <p:pic>
        <p:nvPicPr>
          <p:cNvPr id="5" name="Picture 4" descr="05_tabel_PSI_5f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94960" cy="2103120"/>
          </a:xfrm>
          <a:prstGeom prst="rect">
            <a:avLst/>
          </a:prstGeom>
        </p:spPr>
      </p:pic>
      <p:pic>
        <p:nvPicPr>
          <p:cNvPr id="6" name="Picture 5" descr="02_foto_vs_segmentas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40480"/>
            <a:ext cx="53949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DEPLOY PI + DASHBOARD • PROTOTIPE NYATA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Pi 4B + CSI IR 5MP + Firebase + Web — test OK, tinggal burn-in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raspi/README, config.json, systemd user service, web/ tanpa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11/16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Terverifikasi</a:t>
            </a:r>
            <a:r>
              <a:rPr sz="1500" b="0">
                <a:solidFill>
                  <a:srgbClr val="424242"/>
                </a:solidFill>
              </a:rPr>
              <a:t> — Pi 4B Debian 13, opencv 4.10, kamera libcamera OK, kangkung_pi.py --test [OK].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Siklus 10 mnt</a:t>
            </a:r>
            <a:r>
              <a:rPr sz="1500" b="0">
                <a:solidFill>
                  <a:srgbClr val="424242"/>
                </a:solidFill>
              </a:rPr>
              <a:t> — capture &gt; analisis 960px &gt; payload 2-3 KB &gt; Firestore &gt; snapshot JPEG &gt; outbox offline.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Aman</a:t>
            </a:r>
            <a:r>
              <a:rPr sz="1500" b="0">
                <a:solidFill>
                  <a:srgbClr val="424242"/>
                </a:solidFill>
              </a:rPr>
              <a:t> — Thermal tunda &gt;75C, Tailscale SSH, systemd auto-start setelah reboot.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Dashboard</a:t>
            </a:r>
            <a:r>
              <a:rPr sz="1500" b="0">
                <a:solidFill>
                  <a:srgbClr val="424242"/>
                </a:solidFill>
              </a:rPr>
              <a:t> — Heatmap 4x6 + grafik 24 jam (144 dok) + distribusi + kartu PSI (tinggi=stres).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Jujur belum</a:t>
            </a:r>
            <a:r>
              <a:rPr sz="1500" b="0">
                <a:solidFill>
                  <a:srgbClr val="424242"/>
                </a:solidFill>
              </a:rPr>
              <a:t> — Kasing/box kamera &gt; uji penuh + burn-in 24 jam outdoor.</a:t>
            </a:r>
          </a:p>
        </p:txBody>
      </p:sp>
      <p:pic>
        <p:nvPicPr>
          <p:cNvPr id="5" name="Picture 4" descr="preview_rakit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9496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4114800"/>
            <a:ext cx="539496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Box kamera = RENDER CAD (bukan foto fisik)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Enclosure + tutup Pi4B + arm. Foto cetak fisik menyusul setelah print PETG.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HASIL UTAMA • PIPELINE END-TO-END (BUKTI ASLI)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Frame HP vs Output + Timeseries 763 Frame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IMG_5159 cov 49,6% vs IMG_5388 cov 58,4% (dari CSV/JSON asli)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12/16</a:t>
            </a:r>
          </a:p>
        </p:txBody>
      </p:sp>
      <p:pic>
        <p:nvPicPr>
          <p:cNvPr id="4" name="Picture 3" descr="01_asli_vs_anota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2377440"/>
          </a:xfrm>
          <a:prstGeom prst="rect">
            <a:avLst/>
          </a:prstGeom>
        </p:spPr>
      </p:pic>
      <p:pic>
        <p:nvPicPr>
          <p:cNvPr id="5" name="Picture 4" descr="03_timeseries_IMG51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73152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Terlihat</a:t>
            </a:r>
            <a:r>
              <a:rPr sz="1500" b="0">
                <a:solidFill>
                  <a:srgbClr val="424242"/>
                </a:solidFill>
              </a:rPr>
              <a:t> — Quad + grid berwarna + HUD + distribusi 24 zona.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Demo</a:t>
            </a:r>
            <a:r>
              <a:rPr sz="1500" b="0">
                <a:solidFill>
                  <a:srgbClr val="424242"/>
                </a:solidFill>
              </a:rPr>
              <a:t> — Putar 30 dtk IMG_5159_beranotasi.mp4 dari folder (jangan embed 60 MB).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Batch 5 foto asli</a:t>
            </a:r>
            <a:r>
              <a:rPr sz="1500" b="0">
                <a:solidFill>
                  <a:srgbClr val="424242"/>
                </a:solidFill>
              </a:rPr>
              <a:t> — seedling 0,9% &gt; growing 10,2% &gt; ready 22,6% (tren logis, tanpa foto AI).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Sidang akhir</a:t>
            </a:r>
            <a:r>
              <a:rPr sz="1500" b="0">
                <a:solidFill>
                  <a:srgbClr val="424242"/>
                </a:solidFill>
              </a:rPr>
              <a:t> — Ganti dgn grafik F1/IoU + tabel banding metode.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HASIL KESEHATAN • BUKTI LAPANGAN ASLI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5 Foto Lapangan: Semua Sehat (PSI 0-0,1), Konsisten Visual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Uji injeksi/sintetis DIPINDAH ke appendix — bukan klaim akurasi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13/16</a:t>
            </a:r>
          </a:p>
        </p:txBody>
      </p:sp>
      <p:pic>
        <p:nvPicPr>
          <p:cNvPr id="4" name="Picture 3" descr="04_tren_5foto_as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2377440"/>
          </a:xfrm>
          <a:prstGeom prst="rect">
            <a:avLst/>
          </a:prstGeom>
        </p:spPr>
      </p:pic>
      <p:pic>
        <p:nvPicPr>
          <p:cNvPr id="5" name="Picture 4" descr="05_tabel_PSI_5f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73152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Fakta lapangan</a:t>
            </a:r>
            <a:r>
              <a:rPr sz="1500" b="0">
                <a:solidFill>
                  <a:srgbClr val="424242"/>
                </a:solidFill>
              </a:rPr>
              <a:t> — 5 foto bed_01..05: kuning 0%, coklat ~0%, 0 zona sakit, PSI 0-0,1.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Konsisten visual</a:t>
            </a:r>
            <a:r>
              <a:rPr sz="1500" b="0">
                <a:solidFill>
                  <a:srgbClr val="424242"/>
                </a:solidFill>
              </a:rPr>
              <a:t> — Bed hijau sehat di foto = sehat di algoritma (tidak ada false sakit).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Yang belum</a:t>
            </a:r>
            <a:r>
              <a:rPr sz="1500" b="0">
                <a:solidFill>
                  <a:srgbClr val="424242"/>
                </a:solidFill>
              </a:rPr>
              <a:t> — Foto sakit asli BELUM ada di kebun — GT + foto sakit masuk TODO appendix.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Uji lab (appendix)</a:t>
            </a:r>
            <a:r>
              <a:rPr sz="1500" b="0">
                <a:solidFill>
                  <a:srgbClr val="424242"/>
                </a:solidFill>
              </a:rPr>
              <a:t> — Injeksi blob &amp; dummy sintetis HANYA uji fungsi, bukan bukti akurasi.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EVALUASI &amp; RENCANA • SUDAH vs BELUM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Sempro = 70% &gt; Sidang akhir = 100% + akurasi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Roadmap jelas lebih dihargai dari klaim berlebihan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14/16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SUDAH (ada bukti) OK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18 video, jitter -53%, kesehatan 100%, Pi test OK, Firebase v1.1, dashboard, 53 paper, STL siap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394960" cy="21031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BELUM &gt; kapan (TODO)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GT 5 gbr + F1/IoU (Sep), banding metode (Sep), validasi ambang (Okt), burn-in 24 jam (Okt), Bab 4-5 (Nov)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Tool siap tinggal eksekusi</a:t>
            </a:r>
            <a:r>
              <a:rPr sz="1500" b="0">
                <a:solidFill>
                  <a:srgbClr val="424242"/>
                </a:solidFill>
              </a:rPr>
              <a:t> — buat_gt.py (45-60 mnt) &gt; evaluasi_segmentasi.py &gt; bandingkan_metode.py. Target F1 0,85-0,95.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Risiko + mitigasi</a:t>
            </a:r>
            <a:r>
              <a:rPr sz="1500" b="0">
                <a:solidFill>
                  <a:srgbClr val="424242"/>
                </a:solidFill>
              </a:rPr>
              <a:t> — Hujan &gt; fallback + shield. Panas &gt; guard + heatsink. Offline &gt; outbox.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TIMELINE • SEMPRO &gt; KELULUSAN (NOV 2026)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Satu Timeline Sampai Sidang Akhir — Tinggal Centang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15/16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10312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SEP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GT + F1/IoU + banding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554480"/>
            <a:ext cx="210312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OKT AWAL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Validasi ambang + Firebase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554480"/>
            <a:ext cx="210312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OKT AKHIR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Lapangan + burn-in 24 jam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210312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NOV AWAL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Bab 4-5 + revisi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554480"/>
            <a:ext cx="210312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NOV MID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Video 2 mnt + final &gt; SIDANG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Checklist H-1 sempro</a:t>
            </a:r>
            <a:r>
              <a:rPr sz="1500" b="0">
                <a:solidFill>
                  <a:srgbClr val="424242"/>
                </a:solidFill>
              </a:rPr>
              <a:t> — Tes 30 frame, siapkan MP4 + demo_dua_video.png + 1 JSON, print LAPORAN_PROGRES, catat jawaban.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Kumpulkan dari sekarang</a:t>
            </a:r>
            <a:r>
              <a:rPr sz="1500" b="0">
                <a:solidFill>
                  <a:srgbClr val="424242"/>
                </a:solidFill>
              </a:rPr>
              <a:t> — Mask GT, log burn-in &gt;=140, screenshot 24 jam, video 2 mnt, STL tercetak.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6BB6A"/>
                </a:solidFill>
              </a:rPr>
              <a:t>PENUTUP • KESIMPULAN + MOHON ARAHAN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Terima Kasih — Mohon Arahan Bapak/Ibu Penguji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Akhiri dengan pertanyaan arahan (kematangan, bukan kelemahan)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575"/>
                </a:solidFill>
              </a:rPr>
              <a:t>16/16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Kesimpulan</a:t>
            </a:r>
            <a:r>
              <a:rPr sz="1500" b="0">
                <a:solidFill>
                  <a:srgbClr val="424242"/>
                </a:solidFill>
              </a:rPr>
              <a:t> — CV per zona jalan end-to-end, stabil cahaya, kesehatan+PSI tepat zona, Pi+dashboard siap burn-in.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Arahan 1</a:t>
            </a:r>
            <a:r>
              <a:rPr sz="1500" b="0">
                <a:solidFill>
                  <a:srgbClr val="424242"/>
                </a:solidFill>
              </a:rPr>
              <a:t> — Ambang 25/55/80%: cukup paper atau wajib validasi petani/ahli?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Arahan 2</a:t>
            </a:r>
            <a:r>
              <a:rPr sz="1500" b="0">
                <a:solidFill>
                  <a:srgbClr val="424242"/>
                </a:solidFill>
              </a:rPr>
              <a:t> — Prototipe: cukup laptop+webcam atau wajib RasPi outdoor?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• Arahan 3-4</a:t>
            </a:r>
            <a:r>
              <a:rPr sz="1500" b="0">
                <a:solidFill>
                  <a:srgbClr val="424242"/>
                </a:solidFill>
              </a:rPr>
              <a:t> — Bab 3 perlu UML? Rule ganti-air + membership fuzzy siapa menetapkan? (dgn teman)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54480"/>
            <a:ext cx="50292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Antisipasi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Akurasi? tool F1/IoU siap, akhir Sep. Bukan DL? data kecil + CPU. Output? peta 24 zona + teks.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200400"/>
            <a:ext cx="50292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Repo &amp; demo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github.com/FIllxe/kangkung-cv-aquaponik, docs/LAPORAN_PROGRES, output/demo/, web/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846320"/>
            <a:ext cx="50292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5E20"/>
                </a:solidFill>
              </a:rPr>
              <a:t>Transisi</a:t>
            </a:r>
          </a:p>
          <a:p>
            <a:pPr algn="ctr"/>
            <a:r>
              <a:rPr sz="1300">
                <a:solidFill>
                  <a:srgbClr val="424242"/>
                </a:solidFill>
              </a:rPr>
              <a:t>Demikian bagian CV. Selanjutnya teman saya: kontrol fuzzy + pompa. Terima kasih.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